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クリックしてスライドを移動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クリックしてノートの書式を編集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&lt;ヘッダー&gt;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buNone/>
            </a:pPr>
            <a:fld id="{5D2696EB-BCCA-41C3-960A-8692FC5058B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14FA28-2346-48B3-B513-F2929BC492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タイトル付きの&#10;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EBCC37-EADE-4976-9F30-855267EF0F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タイトル付きの図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5419C9-759F-421A-8DDB-9EB3A40921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A9B4BA-76D3-4829-9060-0D08E35E7C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3DA9B6-4466-4F45-B21C-7A149A3841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31032-6FD0-4A56-82BF-FC3A2FFC16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F217FB-6B6D-4E6C-9F02-578739E213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セクション見出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B72F4C-0BFB-44AE-A634-0EC655D58B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342211-C31E-4653-835D-47C6586502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001488-4C0A-4E5F-9C73-DDC65C995B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D0B679-D4E0-4C02-B1CE-7D23DAC461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テキスト ボックス 3"/>
          <p:cNvSpPr/>
          <p:nvPr/>
        </p:nvSpPr>
        <p:spPr>
          <a:xfrm flipH="1">
            <a:off x="210600" y="216000"/>
            <a:ext cx="347148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4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復習課題①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テキスト ボックス 4"/>
          <p:cNvSpPr/>
          <p:nvPr/>
        </p:nvSpPr>
        <p:spPr>
          <a:xfrm>
            <a:off x="1003320" y="1600200"/>
            <a:ext cx="1066284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①sample.html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を参考に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html</a:t>
            </a:r>
            <a:r>
              <a:rPr lang="ja-JP" sz="2800" b="1" u="none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ファイルの大枠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を作ってください。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テキスト ボックス 5"/>
          <p:cNvSpPr/>
          <p:nvPr/>
        </p:nvSpPr>
        <p:spPr>
          <a:xfrm>
            <a:off x="1003320" y="2399760"/>
            <a:ext cx="880164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②問題は</a:t>
            </a:r>
            <a:r>
              <a:rPr lang="ja-JP" sz="2800" b="1" u="sng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大見出し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で表示されるようにしてください。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テキスト ボックス 6"/>
          <p:cNvSpPr/>
          <p:nvPr/>
        </p:nvSpPr>
        <p:spPr>
          <a:xfrm>
            <a:off x="1003320" y="3199320"/>
            <a:ext cx="8083440" cy="52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③答えは</a:t>
            </a:r>
            <a:r>
              <a:rPr lang="ja-JP" sz="2800" b="1" u="sng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段落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で表示されるようにしてください。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テキスト ボックス 7"/>
          <p:cNvSpPr/>
          <p:nvPr/>
        </p:nvSpPr>
        <p:spPr>
          <a:xfrm>
            <a:off x="1007280" y="3998880"/>
            <a:ext cx="7713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④</a:t>
            </a:r>
            <a:r>
              <a:rPr lang="en-US" sz="2800" b="1" u="sng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title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は”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html</a:t>
            </a:r>
            <a:r>
              <a:rPr lang="ja-JP" sz="2800" b="1" u="none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の復習その１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”にしてください。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テキスト ボックス 3"/>
          <p:cNvSpPr/>
          <p:nvPr/>
        </p:nvSpPr>
        <p:spPr>
          <a:xfrm flipH="1">
            <a:off x="210600" y="216000"/>
            <a:ext cx="3852360" cy="76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4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復習課題②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テキスト ボックス 4"/>
          <p:cNvSpPr/>
          <p:nvPr/>
        </p:nvSpPr>
        <p:spPr>
          <a:xfrm>
            <a:off x="533520" y="1431000"/>
            <a:ext cx="1045692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①問題を見出しになるようにしてください。</a:t>
            </a:r>
            <a:br>
              <a:rPr sz="2800"/>
            </a:b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　（</a:t>
            </a:r>
            <a:r>
              <a:rPr lang="ja-JP" sz="2800" b="1" u="none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後の問題ほど重要度の低い</a:t>
            </a:r>
            <a:r>
              <a:rPr lang="ja-JP" sz="2800" b="1" u="sng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見出しなるように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してください）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テキスト ボックス 5"/>
          <p:cNvSpPr/>
          <p:nvPr/>
        </p:nvSpPr>
        <p:spPr>
          <a:xfrm>
            <a:off x="533520" y="2491200"/>
            <a:ext cx="58298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②答えは</a:t>
            </a:r>
            <a:r>
              <a:rPr lang="ja-JP" sz="2800" b="1" u="sng" strike="noStrike">
                <a:solidFill>
                  <a:srgbClr val="FF0000"/>
                </a:solidFill>
                <a:effectLst/>
                <a:uFillTx/>
                <a:latin typeface="游ゴシック"/>
              </a:rPr>
              <a:t>段落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にしてしてください。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テキスト ボックス 6"/>
          <p:cNvSpPr/>
          <p:nvPr/>
        </p:nvSpPr>
        <p:spPr>
          <a:xfrm>
            <a:off x="533520" y="3454200"/>
            <a:ext cx="1024812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③問題と答えを１セットにして、要素でまとめてください。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　（ひとまとめにできるタグなら何でも構いません）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テキスト ボックス 7"/>
          <p:cNvSpPr/>
          <p:nvPr/>
        </p:nvSpPr>
        <p:spPr>
          <a:xfrm>
            <a:off x="533520" y="4853880"/>
            <a:ext cx="75247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④</a:t>
            </a:r>
            <a:r>
              <a:rPr lang="en-US" sz="2800" b="1" u="sng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title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は”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html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の復習その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2”</a:t>
            </a:r>
            <a:r>
              <a:rPr lang="ja-JP" sz="2800" b="1" u="none" strike="noStrike">
                <a:solidFill>
                  <a:schemeClr val="dk1"/>
                </a:solidFill>
                <a:effectLst/>
                <a:uFillTx/>
                <a:latin typeface="游ゴシック"/>
                <a:ea typeface="Noto Sans JP"/>
              </a:rPr>
              <a:t>にしてください。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</a:majorFont>
      <a:minorFont>
        <a:latin typeface="游ゴシック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</TotalTime>
  <Words>115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Noto Serif JP</vt:lpstr>
      <vt:lpstr>游ゴシック</vt:lpstr>
      <vt:lpstr>游ゴシック Light</vt:lpstr>
      <vt:lpstr>Arial</vt:lpstr>
      <vt:lpstr>Symbol</vt:lpstr>
      <vt:lpstr>Wingdings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iip</dc:creator>
  <dc:description/>
  <cp:lastModifiedBy>y.mito@iip-kanazawa.co.jp</cp:lastModifiedBy>
  <cp:revision>25</cp:revision>
  <dcterms:created xsi:type="dcterms:W3CDTF">2024-05-09T07:31:46Z</dcterms:created>
  <dcterms:modified xsi:type="dcterms:W3CDTF">2025-12-01T00:24:58Z</dcterms:modified>
  <dc:language>ja-JP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ワイド画面</vt:lpwstr>
  </property>
  <property fmtid="{D5CDD505-2E9C-101B-9397-08002B2CF9AE}" pid="4" name="Slides">
    <vt:i4>5</vt:i4>
  </property>
</Properties>
</file>